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  <Relationship Id="rId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 T 站门票海外流量的语言站口径总览，数据窗口是 2026-08-10 到 08-17，环境是 SGP 集群，站点口径按 locale 语言站切分。</a:t>
            </a:r>
          </a:p>
          <a:p>
            <a:endParaRPr lang="en-US" dirty="0"/>
          </a:p>
          <a:p>
            <a:r>
              <a:rPr lang="zh-CN" dirty="0"/>
              <a:t>一句话结论：五十多个语言站里，头部两个站（香港繁体 zh-hk、新加坡英文 en-sg）合计吃下百分之五十九的 PV，TOP10 覆盖百分之八十八点六。所以流量高度集中在港澳台、东南亚与俄韩，投放策略必须一站一策。</a:t>
            </a:r>
          </a:p>
          <a:p>
            <a:endParaRPr lang="en-US" dirty="0"/>
          </a:p>
          <a:p>
            <a:r>
              <a:rPr lang="zh-CN" dirty="0"/>
              <a:t>口径备注：PV 用 com_pv 去重计数，UV 用 vid 去重计数，流量来源取 trip_channel；底表是 dw_ticketdb.edw_log_ttd_traffic_order_d_ext，过滤条件为 page_ct 等于 trip、sub_bu_name 等于 ibu门票。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f6e416587487a9a8.jpg"/>
  <Relationship Id="rId3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1220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382" t="0" r="382" b="0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A1220">
                    <a:alpha val="72000"/>
                  </a:srgbClr>
                </a:gs>
                <a:gs pos="57999">
                  <a:srgbClr val="0A1220">
                    <a:alpha val="35000"/>
                  </a:srgbClr>
                </a:gs>
                <a:gs pos="100000">
                  <a:srgbClr val="0A1220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830580" y="1514475"/>
            <a:ext cx="2639568" cy="293370"/>
            <a:chOff x="830580" y="1514475"/>
            <a:chExt cx="2639568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830580" y="1514475"/>
              <a:ext cx="2639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150" dirty="0">
                  <a:solidFill>
                    <a:srgbClr val="9FB3CC"/>
                  </a:solidFill>
                  <a:latin typeface="Arial"/>
                  <a:ea typeface="Microsoft YaHei"/>
                  <a:cs typeface="Arial"/>
                </a:rPr>
                <a:t>T 站门票 · 海外流量分析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19150" y="2034540"/>
            <a:ext cx="4787494" cy="933450"/>
            <a:chOff x="819150" y="2034540"/>
            <a:chExt cx="4787494" cy="933450"/>
          </a:xfrm>
        </p:grpSpPr>
        <p:sp>
          <p:nvSpPr>
            <p:cNvPr id="8" name="TextBox 8"/>
            <p:cNvSpPr txBox="1"/>
            <p:nvPr/>
          </p:nvSpPr>
          <p:spPr>
            <a:xfrm>
              <a:off x="819150" y="2034540"/>
              <a:ext cx="478749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2F7FF"/>
                  </a:solidFill>
                  <a:latin typeface="Arial"/>
                  <a:ea typeface="Microsoft YaHei"/>
                  <a:cs typeface="Arial"/>
                </a:rPr>
                <a:t>语言站流量洞察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857500"/>
              <a:ext cx="1143000" cy="28575"/>
            </a:xfrm>
            <a:prstGeom prst="rect">
              <a:avLst/>
            </a:prstGeom>
            <a:solidFill>
              <a:srgbClr val="F5A62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827532" y="3164205"/>
            <a:ext cx="4421886" cy="829818"/>
            <a:chOff x="827532" y="3164205"/>
            <a:chExt cx="4421886" cy="829818"/>
          </a:xfrm>
        </p:grpSpPr>
        <p:sp>
          <p:nvSpPr>
            <p:cNvPr id="11" name="TextBox 11"/>
            <p:cNvSpPr txBox="1"/>
            <p:nvPr/>
          </p:nvSpPr>
          <p:spPr>
            <a:xfrm>
              <a:off x="827532" y="3164205"/>
              <a:ext cx="4421886" cy="8298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2100" dirty="0">
                  <a:solidFill>
                    <a:srgbClr val="9FB3CC"/>
                  </a:solidFill>
                  <a:latin typeface="Arial"/>
                  <a:ea typeface="Microsoft YaHei"/>
                  <a:cs typeface="Arial"/>
                </a:rPr>
                <a:t>2026-08-10 — 08-17 · 50+ 个语言站</a:t>
              </a:r>
              <a:r>
                <a:rPr lang="zh-CN" sz="2100" dirty="0">
                  <a:solidFill>
                    <a:srgbClr val="9FB3CC"/>
                  </a:solidFill>
                  <a:latin typeface="Arial"/>
                  <a:ea typeface="Microsoft YaHei"/>
                  <a:cs typeface="Arial"/>
                </a:rPr>
                <a:t>SGP 集群 · locale 口径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19912" y="4945380"/>
            <a:ext cx="4585724" cy="798576"/>
            <a:chOff x="819912" y="4945380"/>
            <a:chExt cx="4585724" cy="798576"/>
          </a:xfrm>
        </p:grpSpPr>
        <p:sp>
          <p:nvSpPr>
            <p:cNvPr id="13" name="Line 13"/>
            <p:cNvSpPr/>
            <p:nvPr/>
          </p:nvSpPr>
          <p:spPr>
            <a:xfrm>
              <a:off x="838200" y="49530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1E335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9912" y="4945380"/>
              <a:ext cx="87620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5A623"/>
                  </a:solidFill>
                  <a:latin typeface="Arial"/>
                  <a:ea typeface="Arial"/>
                  <a:cs typeface="Arial"/>
                </a:rPr>
                <a:t>50+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2104" y="55092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FB3CC"/>
                  </a:solidFill>
                  <a:latin typeface="Arial"/>
                  <a:ea typeface="Microsoft YaHei"/>
                  <a:cs typeface="Arial"/>
                </a:rPr>
                <a:t>语言站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43912" y="4945380"/>
              <a:ext cx="97797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5A623"/>
                  </a:solidFill>
                  <a:latin typeface="Arial"/>
                  <a:ea typeface="Arial"/>
                  <a:cs typeface="Arial"/>
                </a:rPr>
                <a:t>59%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56104" y="5509260"/>
              <a:ext cx="9851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FB3CC"/>
                  </a:solidFill>
                  <a:latin typeface="Arial"/>
                  <a:ea typeface="Microsoft YaHei"/>
                  <a:cs typeface="Arial"/>
                </a:rPr>
                <a:t>TOP2 集中度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67912" y="4945380"/>
              <a:ext cx="15377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5A623"/>
                  </a:solidFill>
                  <a:latin typeface="Arial"/>
                  <a:ea typeface="Arial"/>
                  <a:cs typeface="Arial"/>
                </a:rPr>
                <a:t>88.6%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80104" y="5509260"/>
              <a:ext cx="908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FB3CC"/>
                  </a:solidFill>
                  <a:latin typeface="Arial"/>
                  <a:ea typeface="Microsoft YaHei"/>
                  <a:cs typeface="Arial"/>
                </a:rPr>
                <a:t>TOP10 覆盖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832104" y="6423660"/>
            <a:ext cx="43092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FB3CC"/>
                </a:solidFill>
                <a:latin typeface="Arial"/>
                <a:ea typeface="Microsoft YaHei"/>
                <a:cs typeface="Arial"/>
              </a:rPr>
              <a:t>数据源 dw_ticketdb.edw_log_ttd_traffic_order_d_ext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2026-09-15T12:09:53Z</dcterms:created>
  <dcterms:modified xsi:type="dcterms:W3CDTF">2026-09-15T12:09:53Z</dcterms:modified>
  <cp:category/>
  <cp:contentStatus/>
</cp:coreProperties>
</file>